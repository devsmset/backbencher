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377440"/>
            <a:ext cx="57881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Codeless Test Automation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with Intelligent Recording &amp; Replay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AI-Powered Approach to End-to-End QA Automation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0312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and fragility of manual QA today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83464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Record, Replay, and Auto-Generate test cases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402336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Innovation (AI)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031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automation at every stage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521208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0312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Faster, cheaper, more reliable testing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B82F6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cost and fragility of manual QA today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QA Bottleneck in Modern Software Delivery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212080" cy="502920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Testing Is Expensive and Slow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teams spend 60–70% of their time writing,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maintaining, and re-running test scripts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E2E test scenario involves crafting locators,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handling waits, managing test data, and debugging flaky runs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applications evolve, test maintenance becomes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#1 cost driver — UI changes break hundreds of scripts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212080" cy="502920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Automation Challenges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Flaky selectors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on DOM changes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authoring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30–60 min per 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business context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Code, not documentation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Multi-window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Popups &amp; SSO unsupported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blindness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root causes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645920"/>
            <a:ext cx="9445752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4630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28600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tool today that lets a non-developer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 a workflow once and instantly get: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executable regression 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human-readable QA test case document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of both UI interactions AND API contracts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Resilience against DOM changes through multi-locator strategies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Record, Replay, and Auto-Generate — Zero Code Required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 — The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8B5CF6">
              <a:alpha val="2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212080" y="16459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DEDUPLICATE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9202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498080" y="16459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0" y="19202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784080" y="16459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6B6D4">
              <a:alpha val="2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840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291840"/>
            <a:ext cx="5788152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291840"/>
            <a:ext cx="5788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Command:   npm run automate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297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a browser — you interact naturally with your application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4754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every click, input, navigation, and API call in real 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5212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 noise and deduplicates redundant actions automatically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669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structured QA test case documents (Markdown)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6126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Replays the optimized recording with screenshots on every step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Gets Captured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Interactions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2103120"/>
            <a:ext cx="2377440" cy="27432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Clicks, inputs, dropdowns, keypresses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Multi-window &amp; popup interactions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&amp; route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2377440" cy="27432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377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XHR / Fetch request &amp; 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headers, body, status codes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payloads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137160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 Locators (6+)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69680" y="2103120"/>
            <a:ext cx="2377440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2377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XPath • CSS Selector • Element 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data-aid / data-testid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attribute • Text content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5303520"/>
            <a:ext cx="9445752" cy="731520"/>
          </a:xfrm>
          <a:prstGeom prst="roundRect">
            <a:avLst>
              <a:gd name="adj" fmla="val 125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530352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one locator breaks, the engine cascades to the next — making tests resilient to UI changes.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Test Case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TC-001: User Login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Priority: Critical  |  Type: Functional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331720"/>
            <a:ext cx="47548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user can log in with valid credentials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Navigate to login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Enter username "test-tenant"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Click "Next"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Enter password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Press "Sign in"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Results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669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authenticated  • Redirected to 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4846320" cy="502920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554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 Automatically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49440" y="2011680"/>
            <a:ext cx="42976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22860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8–12 structured test cases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recording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1089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 IDs, Priority levels,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Type classifications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931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Objective, Preconditions,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instructions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754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Results &amp;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captured Test Data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5577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 Summary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coverage breakdown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5CF6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Innovation — AI &amp; Intelligent Automation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Intelligence built into every stage of the pipeline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Intelligent Intent 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doesn't just replay clicks — it understands what the user was trying to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360152" cy="548640"/>
          </a:xfrm>
          <a:prstGeom prst="roundRect">
            <a:avLst>
              <a:gd name="adj" fmla="val 13333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Pattern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Classified Intent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103601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#username + #password + "Sign in"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"Agent Interface" / "Service Catalog"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"Add" button → fill fields → "Save"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/ CRUD Operation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"Build" / "Operate"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Transition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029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"Request"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029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Request Submission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623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"Logout"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5623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Logout / Cleanup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71600" y="5852160"/>
            <a:ext cx="9445752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585216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Transforms raw DOM events into meaningful business-level test cases — without needing an LLM or cloud API.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Semantic Event Deduplication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21208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Recording (50+ events)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#username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"t"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"te"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"tes"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"test"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7033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"test"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40233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#password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43434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"A" → "Ad" → "Adm"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46634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"Admin_1234"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9834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#submit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9260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521208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Deduplication (3 actions)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#username = "test"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926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#password = "Admin_1234"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#submit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Rules Applied: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→ input on same element → keep the last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6281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→ change on same element → keep change (committed value)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65745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on &lt;input&gt; → typing → drop the click (just focusing)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Multi-Strategy Locator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46304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3B82F6">
              <a:alpha val="2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463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1:  XPath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4630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0" y="1463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Found? Execute 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Failed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1463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precise DOM path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4231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8B5CF6">
              <a:alpha val="2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423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2:  CSS Selector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423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Found? Execute 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Failed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2423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class-based matching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38328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383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3:  Element 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3832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33832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Found? Execute  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Failed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3383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identifier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434340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343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4:  data-testid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43434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12080" y="4343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Found? Execute  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4983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Failed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343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automation attribute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1600" y="530352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06B6D4">
              <a:alpha val="2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303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5:  Text Content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53035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12080" y="5303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Found? Execute  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5303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text fallback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6217920"/>
            <a:ext cx="9445752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62179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approach — dramatically reduces test flakiness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Smart Stability &amp; 5. Data-Attribute Aware Recording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212080" cy="502920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Anti-Flakiness 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Idle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Waits for all API calls to finish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Load State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page is fully rendered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Stabilization Delays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pause after navigation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Debouncing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final value, not keystrokes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Viewport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5577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layout shifts from resizing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5212080" cy="502920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Data-Attribute Aware Recording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22860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data-aid / data-testid attributes automatically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32918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elements without data-aid, anchors XPaths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nearest parent that has 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42976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Produces stable, meaningful locators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in deeply nested DOM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754880"/>
            <a:ext cx="4663440" cy="1188720"/>
          </a:xfrm>
          <a:prstGeom prst="roundRect">
            <a:avLst>
              <a:gd name="adj" fmla="val 7692"/>
            </a:avLst>
          </a:prstGeom>
          <a:solidFill>
            <a:srgbClr val="0B11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846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Element: &lt;span&gt; inside &lt;div data-aid="catalog-row"&gt;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5303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//*[@data-aid='catalog-row']//span[text()='My Service']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9E0B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Faster, cheaper, more reliable testing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Quantifiable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286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1371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10908792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one E2E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30–60 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 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~20x faster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test documentation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hours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0" y="2788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effort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74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 broken selector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15–30 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 zero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 new QA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4160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4160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code needed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10908792" cy="146304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120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Reduction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5577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80–90% reduction in test authoring time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5897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the need for QA engineers to write Playwright/Selenium code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6217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maintenance burden through multi-locator resilience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 — By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3474720" cy="475488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QA 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Zero-code test 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documentation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evidence per step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Resilient multi-locator playback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474720" cy="475488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46304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Developers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UI + API capture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bug reproduction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ready (headless mode)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846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execution stats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1371600"/>
            <a:ext cx="3474720" cy="475488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46304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Managers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2377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Human-readable test cases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release cycles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4023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0" y="4846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No-code onboarding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Differentiation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10058400" cy="640080"/>
          </a:xfrm>
          <a:prstGeom prst="roundRect">
            <a:avLst>
              <a:gd name="adj" fmla="val 8571"/>
            </a:avLst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Selenium 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005840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116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&amp; replay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20116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5603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Multi-locator fallback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56032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25603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6+ strategies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1005840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10896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call capture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1089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1089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1089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310896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req/resp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65760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test case docs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65760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65760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365760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38160" y="365760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Structured MD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206240"/>
            <a:ext cx="1005840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20624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Multi-window/popup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420624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20624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420624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38160" y="420624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support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7548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deduplication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0" y="475488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475488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475488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38160" y="47548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Semantic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5303520"/>
            <a:ext cx="1005840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3035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classification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0" y="530352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530352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92240" y="530352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38160" y="53035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Business-level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" y="585216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Anti-flakiness engine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58521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46320" y="58521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92240" y="58521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38160" y="585216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Comprehensive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286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State (MVP)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recording pipeline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(Record → Filter → Deduplicate → Playback)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test case generation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(structured Markdown)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Multi-locator resilience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(6+ strategies per element)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348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Multi-window support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(popups, new tabs, SSO)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capture per action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(success &amp; failure)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test descriptions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788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Regression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diff across runs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3474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Plugin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/ Jenkins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4160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UI for management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4846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Cross-Browser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Firefox &amp; WebKit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5532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with ML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5806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locator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2011680"/>
            <a:ext cx="48737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3474720"/>
            <a:ext cx="48737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3931920"/>
            <a:ext cx="8531352" cy="1097280"/>
          </a:xfrm>
          <a:prstGeom prst="roundRect">
            <a:avLst>
              <a:gd name="adj" fmla="val 12500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93192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once.  Test forever.  No code required.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codeless, intelligent test automation system that turns any manual workflow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into a resilient, documented, and replayable regression test — in seconds.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OTX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Codeless Test Automation with Intelligent Recording &amp; Replay</dc:title>
  <dc:subject>Codeless Test Automation Product Presentation</dc:subject>
  <dc:creator>Project 2 Team</dc:creator>
  <cp:lastModifiedBy>Project 2 Team</cp:lastModifiedBy>
  <cp:revision>1</cp:revision>
  <dcterms:created xsi:type="dcterms:W3CDTF">2026-03-03T10:08:17Z</dcterms:created>
  <dcterms:modified xsi:type="dcterms:W3CDTF">2026-03-03T10:08:17Z</dcterms:modified>
</cp:coreProperties>
</file>